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274320" y="91440"/>
            <a:ext cx="11612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Entidad-Relación — MarketNow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9578363" y="2151585"/>
            <a:ext cx="1280100" cy="347400"/>
          </a:xfrm>
          <a:prstGeom prst="rect">
            <a:avLst/>
          </a:prstGeom>
          <a:solidFill>
            <a:srgbClr val="065A82"/>
          </a:solidFill>
          <a:ln cap="flat" cmpd="sng" w="10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CLIENTE</a:t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9555500" y="1327215"/>
            <a:ext cx="1280100" cy="347400"/>
          </a:xfrm>
          <a:prstGeom prst="rect">
            <a:avLst/>
          </a:prstGeom>
          <a:solidFill>
            <a:srgbClr val="065A82"/>
          </a:solidFill>
          <a:ln cap="flat" cmpd="sng" w="10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DIRECCION</a:t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3657600" y="1645920"/>
            <a:ext cx="1280100" cy="347400"/>
          </a:xfrm>
          <a:prstGeom prst="rect">
            <a:avLst/>
          </a:prstGeom>
          <a:solidFill>
            <a:srgbClr val="21295C"/>
          </a:solidFill>
          <a:ln cap="flat" cmpd="sng" w="10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3657600" y="1645920"/>
            <a:ext cx="1280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PEDIDO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3657600" y="3291840"/>
            <a:ext cx="1280100" cy="347400"/>
          </a:xfrm>
          <a:prstGeom prst="rect">
            <a:avLst/>
          </a:prstGeom>
          <a:solidFill>
            <a:srgbClr val="21295C"/>
          </a:solidFill>
          <a:ln cap="flat" cmpd="sng" w="10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3657600" y="3291840"/>
            <a:ext cx="1280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DETALLE_PEDIDO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374890" y="2468893"/>
            <a:ext cx="1280100" cy="347400"/>
          </a:xfrm>
          <a:prstGeom prst="rect">
            <a:avLst/>
          </a:prstGeom>
          <a:solidFill>
            <a:srgbClr val="1C7293"/>
          </a:solidFill>
          <a:ln cap="flat" cmpd="sng" w="10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PAGO</a:t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228627" y="813833"/>
            <a:ext cx="1280100" cy="347400"/>
          </a:xfrm>
          <a:prstGeom prst="rect">
            <a:avLst/>
          </a:prstGeom>
          <a:solidFill>
            <a:srgbClr val="1C7293"/>
          </a:solidFill>
          <a:ln cap="flat" cmpd="sng" w="10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ENVIO</a:t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9601200" y="3017520"/>
            <a:ext cx="1280160" cy="347472"/>
          </a:xfrm>
          <a:prstGeom prst="rect">
            <a:avLst/>
          </a:prstGeom>
          <a:solidFill>
            <a:srgbClr val="D97706"/>
          </a:solidFill>
          <a:ln cap="flat" cmpd="sng" w="10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9601200" y="3017520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RESENA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5394960" y="4754880"/>
            <a:ext cx="1280160" cy="347472"/>
          </a:xfrm>
          <a:prstGeom prst="rect">
            <a:avLst/>
          </a:prstGeom>
          <a:solidFill>
            <a:srgbClr val="7C3AED"/>
          </a:solidFill>
          <a:ln cap="flat" cmpd="sng" w="10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5394960" y="4754880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2560320" y="4754880"/>
            <a:ext cx="1280160" cy="347472"/>
          </a:xfrm>
          <a:prstGeom prst="rect">
            <a:avLst/>
          </a:prstGeom>
          <a:solidFill>
            <a:srgbClr val="7C3AED"/>
          </a:solidFill>
          <a:ln cap="flat" cmpd="sng" w="10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2560320" y="4754880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CATEGORIA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8412480" y="4754880"/>
            <a:ext cx="1280160" cy="347472"/>
          </a:xfrm>
          <a:prstGeom prst="rect">
            <a:avLst/>
          </a:prstGeom>
          <a:solidFill>
            <a:srgbClr val="059669"/>
          </a:solidFill>
          <a:ln cap="flat" cmpd="sng" w="10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8412480" y="4754880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VENDEDOR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" name="Google Shape;33;p3"/>
          <p:cNvCxnSpPr>
            <a:endCxn id="17" idx="1"/>
          </p:cNvCxnSpPr>
          <p:nvPr/>
        </p:nvCxnSpPr>
        <p:spPr>
          <a:xfrm>
            <a:off x="4942163" y="1801485"/>
            <a:ext cx="4636200" cy="523800"/>
          </a:xfrm>
          <a:prstGeom prst="straightConnector1">
            <a:avLst/>
          </a:prstGeom>
          <a:noFill/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3"/>
          <p:cNvSpPr/>
          <p:nvPr/>
        </p:nvSpPr>
        <p:spPr>
          <a:xfrm>
            <a:off x="9166775" y="1327226"/>
            <a:ext cx="4116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5703875" y="1768675"/>
            <a:ext cx="41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" name="Google Shape;36;p3"/>
          <p:cNvCxnSpPr/>
          <p:nvPr/>
        </p:nvCxnSpPr>
        <p:spPr>
          <a:xfrm>
            <a:off x="10237300" y="1675450"/>
            <a:ext cx="3900" cy="476100"/>
          </a:xfrm>
          <a:prstGeom prst="straightConnector1">
            <a:avLst/>
          </a:prstGeom>
          <a:noFill/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3"/>
          <p:cNvSpPr/>
          <p:nvPr/>
        </p:nvSpPr>
        <p:spPr>
          <a:xfrm>
            <a:off x="9989763" y="1810554"/>
            <a:ext cx="411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9989818" y="1687934"/>
            <a:ext cx="41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" name="Google Shape;39;p3"/>
          <p:cNvCxnSpPr>
            <a:endCxn id="18" idx="1"/>
          </p:cNvCxnSpPr>
          <p:nvPr/>
        </p:nvCxnSpPr>
        <p:spPr>
          <a:xfrm flipH="1" rot="10800000">
            <a:off x="4937900" y="1500915"/>
            <a:ext cx="4617600" cy="291300"/>
          </a:xfrm>
          <a:prstGeom prst="straightConnector1">
            <a:avLst/>
          </a:prstGeom>
          <a:noFill/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3"/>
          <p:cNvSpPr/>
          <p:nvPr/>
        </p:nvSpPr>
        <p:spPr>
          <a:xfrm>
            <a:off x="1592150" y="2551100"/>
            <a:ext cx="41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3297550" y="1892751"/>
            <a:ext cx="41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" name="Google Shape;42;p3"/>
          <p:cNvCxnSpPr/>
          <p:nvPr/>
        </p:nvCxnSpPr>
        <p:spPr>
          <a:xfrm>
            <a:off x="4297680" y="1993392"/>
            <a:ext cx="9000" cy="1298400"/>
          </a:xfrm>
          <a:prstGeom prst="straightConnector1">
            <a:avLst/>
          </a:prstGeom>
          <a:noFill/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" name="Google Shape;43;p3"/>
          <p:cNvSpPr/>
          <p:nvPr/>
        </p:nvSpPr>
        <p:spPr>
          <a:xfrm>
            <a:off x="3890105" y="2048080"/>
            <a:ext cx="41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3977655" y="3090659"/>
            <a:ext cx="41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" name="Google Shape;45;p3"/>
          <p:cNvCxnSpPr/>
          <p:nvPr/>
        </p:nvCxnSpPr>
        <p:spPr>
          <a:xfrm flipH="1" rot="10800000">
            <a:off x="1655060" y="1847031"/>
            <a:ext cx="2011800" cy="777300"/>
          </a:xfrm>
          <a:prstGeom prst="straightConnector1">
            <a:avLst/>
          </a:prstGeom>
          <a:noFill/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3"/>
          <p:cNvSpPr/>
          <p:nvPr/>
        </p:nvSpPr>
        <p:spPr>
          <a:xfrm>
            <a:off x="9166768" y="2144169"/>
            <a:ext cx="41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3297540" y="1555066"/>
            <a:ext cx="41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" name="Google Shape;48;p3"/>
          <p:cNvCxnSpPr>
            <a:stCxn id="24" idx="3"/>
          </p:cNvCxnSpPr>
          <p:nvPr/>
        </p:nvCxnSpPr>
        <p:spPr>
          <a:xfrm>
            <a:off x="1508728" y="987533"/>
            <a:ext cx="2144400" cy="841200"/>
          </a:xfrm>
          <a:prstGeom prst="straightConnector1">
            <a:avLst/>
          </a:prstGeom>
          <a:noFill/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3"/>
          <p:cNvSpPr/>
          <p:nvPr/>
        </p:nvSpPr>
        <p:spPr>
          <a:xfrm>
            <a:off x="4983480" y="1892808"/>
            <a:ext cx="41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" name="Google Shape;50;p3"/>
          <p:cNvCxnSpPr/>
          <p:nvPr/>
        </p:nvCxnSpPr>
        <p:spPr>
          <a:xfrm>
            <a:off x="4297680" y="3639312"/>
            <a:ext cx="1737300" cy="1115700"/>
          </a:xfrm>
          <a:prstGeom prst="straightConnector1">
            <a:avLst/>
          </a:prstGeom>
          <a:noFill/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3"/>
          <p:cNvSpPr/>
          <p:nvPr/>
        </p:nvSpPr>
        <p:spPr>
          <a:xfrm>
            <a:off x="4069080" y="3657600"/>
            <a:ext cx="41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5829290" y="4571999"/>
            <a:ext cx="41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" name="Google Shape;53;p3"/>
          <p:cNvCxnSpPr/>
          <p:nvPr/>
        </p:nvCxnSpPr>
        <p:spPr>
          <a:xfrm flipH="1">
            <a:off x="3840480" y="4928616"/>
            <a:ext cx="1554480" cy="9144"/>
          </a:xfrm>
          <a:prstGeom prst="straightConnector1">
            <a:avLst/>
          </a:prstGeom>
          <a:noFill/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p3"/>
          <p:cNvSpPr/>
          <p:nvPr/>
        </p:nvSpPr>
        <p:spPr>
          <a:xfrm>
            <a:off x="4937760" y="4700016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3886200" y="4700016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3"/>
          <p:cNvCxnSpPr/>
          <p:nvPr/>
        </p:nvCxnSpPr>
        <p:spPr>
          <a:xfrm>
            <a:off x="6675120" y="4928616"/>
            <a:ext cx="1737360" cy="9144"/>
          </a:xfrm>
          <a:prstGeom prst="straightConnector1">
            <a:avLst/>
          </a:prstGeom>
          <a:noFill/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3"/>
          <p:cNvSpPr/>
          <p:nvPr/>
        </p:nvSpPr>
        <p:spPr>
          <a:xfrm>
            <a:off x="6917765" y="4754991"/>
            <a:ext cx="41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8001005" y="4755054"/>
            <a:ext cx="41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" name="Google Shape;59;p3"/>
          <p:cNvCxnSpPr/>
          <p:nvPr/>
        </p:nvCxnSpPr>
        <p:spPr>
          <a:xfrm flipH="1">
            <a:off x="10241100" y="2498975"/>
            <a:ext cx="3300" cy="518700"/>
          </a:xfrm>
          <a:prstGeom prst="straightConnector1">
            <a:avLst/>
          </a:prstGeom>
          <a:noFill/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" name="Google Shape;60;p3"/>
          <p:cNvSpPr/>
          <p:nvPr/>
        </p:nvSpPr>
        <p:spPr>
          <a:xfrm>
            <a:off x="5148530" y="1585664"/>
            <a:ext cx="41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" name="Google Shape;61;p3"/>
          <p:cNvCxnSpPr/>
          <p:nvPr/>
        </p:nvCxnSpPr>
        <p:spPr>
          <a:xfrm>
            <a:off x="4937760" y="1819656"/>
            <a:ext cx="4663500" cy="1371600"/>
          </a:xfrm>
          <a:prstGeom prst="straightConnector1">
            <a:avLst/>
          </a:prstGeom>
          <a:noFill/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3"/>
          <p:cNvSpPr/>
          <p:nvPr/>
        </p:nvSpPr>
        <p:spPr>
          <a:xfrm>
            <a:off x="9125712" y="2962656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" name="Google Shape;63;p3"/>
          <p:cNvCxnSpPr/>
          <p:nvPr/>
        </p:nvCxnSpPr>
        <p:spPr>
          <a:xfrm flipH="1" rot="10800000">
            <a:off x="6675120" y="3364992"/>
            <a:ext cx="3566160" cy="1563624"/>
          </a:xfrm>
          <a:prstGeom prst="straightConnector1">
            <a:avLst/>
          </a:prstGeom>
          <a:noFill/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p3"/>
          <p:cNvSpPr/>
          <p:nvPr/>
        </p:nvSpPr>
        <p:spPr>
          <a:xfrm>
            <a:off x="7054465" y="4507966"/>
            <a:ext cx="41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0012680" y="338328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0171093" y="2496231"/>
            <a:ext cx="41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0171112" y="2849631"/>
            <a:ext cx="41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508725" y="813825"/>
            <a:ext cx="41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